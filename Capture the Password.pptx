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294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22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5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on the projector during the activity. The sender script broadcasts the fake creds every 5 seconds on UDP 3333. Swap [your portal URL] for your scoreboard page once it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363980"/>
            <a:ext cx="9207500" cy="100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0000"/>
              </a:lnSpc>
              <a:buNone/>
              <a:defRPr lang="en-US" sz="376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0000"/>
              </a:lnSpc>
              <a:buNone/>
            </a:pPr>
            <a:endParaRPr lang="en-US" sz="3764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671763"/>
            <a:ext cx="10566400" cy="337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363980"/>
            <a:ext cx="9207500" cy="100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0000"/>
              </a:lnSpc>
              <a:buNone/>
              <a:defRPr lang="en-US" sz="376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0000"/>
              </a:lnSpc>
              <a:buNone/>
            </a:pPr>
            <a:endParaRPr lang="en-US" sz="3764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671763"/>
            <a:ext cx="10566400" cy="337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238239"/>
            <a:ext cx="10464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  ·  Prize for the fastest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THE CHALLENGE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50620"/>
            <a:ext cx="108833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4600" b="1" i="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Password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12800" y="1823720"/>
            <a:ext cx="10883392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Sniff the login off the network. The fastest team to log in wins the prize.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2549948"/>
            <a:ext cx="393700" cy="3937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D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4300" y="2613448"/>
            <a:ext cx="10301288" cy="316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r>
              <a:rPr lang="en-US" sz="1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start capturing on your </a:t>
            </a:r>
            <a:r>
              <a:rPr lang="en-US" sz="1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interface.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3083348"/>
            <a:ext cx="393700" cy="3937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D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4300" y="3146848"/>
            <a:ext cx="10301288" cy="316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 packet, then right-click → </a:t>
            </a:r>
            <a:r>
              <a:rPr lang="en-US" sz="1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r>
              <a:rPr lang="en-US" sz="1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UDP Stream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800" y="3616748"/>
            <a:ext cx="393700" cy="3937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D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84300" y="3680248"/>
            <a:ext cx="10301288" cy="316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</a:t>
            </a:r>
            <a:r>
              <a:rPr lang="en-US" sz="1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username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r>
              <a:rPr lang="en-US" sz="1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plain text.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2800" y="4150148"/>
            <a:ext cx="393700" cy="3937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D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4300" y="4213648"/>
            <a:ext cx="10301288" cy="316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 at </a:t>
            </a:r>
            <a:r>
              <a:rPr lang="en-US" sz="170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[your portal URL]</a:t>
            </a:r>
            <a:r>
              <a:rPr lang="en-US" sz="17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first team in wins.</a:t>
            </a:r>
            <a:endParaRPr lang="en-US" sz="1700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5F7D30F4-B34D-63E4-06EC-5C5B9AAD27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18758" y="813368"/>
            <a:ext cx="2466830" cy="24668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Network Security — Capture the Password">
  <a:themeElements>
    <a:clrScheme name="Network Security — Capture the Password">
      <a:dk1>
        <a:srgbClr val="0D1117"/>
      </a:dk1>
      <a:lt1>
        <a:srgbClr val="E6EDF3"/>
      </a:lt1>
      <a:dk2>
        <a:srgbClr val="23272D"/>
      </a:dk2>
      <a:lt2>
        <a:srgbClr val="B0B6BC"/>
      </a:lt2>
      <a:accent1>
        <a:srgbClr val="3FB950"/>
      </a:accent1>
      <a:accent2>
        <a:srgbClr val="8B949E"/>
      </a:accent2>
      <a:accent3>
        <a:srgbClr val="9AA0A6"/>
      </a:accent3>
      <a:accent4>
        <a:srgbClr val="8F959B"/>
      </a:accent4>
      <a:accent5>
        <a:srgbClr val="6F747A"/>
      </a:accent5>
      <a:accent6>
        <a:srgbClr val="4E5359"/>
      </a:accent6>
      <a:hlink>
        <a:srgbClr val="0563C1"/>
      </a:hlink>
      <a:folHlink>
        <a:srgbClr val="954F72"/>
      </a:folHlink>
    </a:clrScheme>
    <a:fontScheme name="Network Security — Capture the Passwor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118</Words>
  <Application>Microsoft Macintosh PowerPoint</Application>
  <PresentationFormat>Widescreen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Courier New</vt:lpstr>
      <vt:lpstr>Network Security — Capture the Password</vt:lpstr>
      <vt:lpstr>Capture the Password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Security — Capture the Password</dc:title>
  <dc:subject/>
  <dc:creator/>
  <cp:lastModifiedBy>Holtz Joshua</cp:lastModifiedBy>
  <cp:revision>2</cp:revision>
  <dcterms:created xsi:type="dcterms:W3CDTF">2026-10-21T08:18:57Z</dcterms:created>
  <dcterms:modified xsi:type="dcterms:W3CDTF">2026-10-21T08:23:27Z</dcterms:modified>
</cp:coreProperties>
</file>