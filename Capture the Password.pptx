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529"/>
    <p:restoredTop sz="94610"/>
  </p:normalViewPr>
  <p:slideViewPr>
    <p:cSldViewPr snapToGrid="0" snapToObjects="1">
      <p:cViewPr>
        <p:scale>
          <a:sx n="126" d="100"/>
          <a:sy n="126" d="100"/>
        </p:scale>
        <p:origin x="88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56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on the projector during the activity. The sender script broadcasts the fake creds every 5 seconds on UDP 3333. Swap [your portal URL] for your scoreboard page once it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63980"/>
            <a:ext cx="9207500" cy="100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376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3764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671763"/>
            <a:ext cx="10566400" cy="337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63980"/>
            <a:ext cx="9207500" cy="1002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376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3764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671763"/>
            <a:ext cx="10566400" cy="337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39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  ·  Prize for the fastest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5062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Password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12800" y="1823720"/>
            <a:ext cx="10883392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Sniff the login off the network. The fastest team to log in wins the prize.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549948"/>
            <a:ext cx="393700" cy="3937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4300" y="2613448"/>
            <a:ext cx="10301288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start capturing on your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3083348"/>
            <a:ext cx="393700" cy="3937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4300" y="3146848"/>
            <a:ext cx="10301288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packet, then right-click →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Stream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3616748"/>
            <a:ext cx="393700" cy="3937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4300" y="3680248"/>
            <a:ext cx="10301288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plain text.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4150148"/>
            <a:ext cx="393700" cy="3937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D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4300" y="4213648"/>
            <a:ext cx="10301288" cy="31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</a:t>
            </a:r>
            <a:r>
              <a:rPr lang="en-US" sz="17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127.0.0.1:5500/</a:t>
            </a:r>
            <a:r>
              <a:rPr lang="en-US" sz="1700" dirty="0" err="1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login.html</a:t>
            </a:r>
            <a:r>
              <a:rPr lang="en-US" sz="17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first team in wins.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449A6CB-914B-DA3E-A92F-7A4930C81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588" y="929216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twork Security — Capture the Password">
  <a:themeElements>
    <a:clrScheme name="Network Security — Capture the Passwor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8B949E"/>
      </a:accent2>
      <a:accent3>
        <a:srgbClr val="9AA0A6"/>
      </a:accent3>
      <a:accent4>
        <a:srgbClr val="8F959B"/>
      </a:accent4>
      <a:accent5>
        <a:srgbClr val="6F747A"/>
      </a:accent5>
      <a:accent6>
        <a:srgbClr val="4E5359"/>
      </a:accent6>
      <a:hlink>
        <a:srgbClr val="0563C1"/>
      </a:hlink>
      <a:folHlink>
        <a:srgbClr val="954F72"/>
      </a:folHlink>
    </a:clrScheme>
    <a:fontScheme name="Network Security — Capture the Passwo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117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Network Security — Capture the Password</vt:lpstr>
      <vt:lpstr>Capture the Password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— Capture the Password</dc:title>
  <dc:subject/>
  <dc:creator/>
  <cp:lastModifiedBy>Holtz Joshua</cp:lastModifiedBy>
  <cp:revision>3</cp:revision>
  <dcterms:created xsi:type="dcterms:W3CDTF">2026-10-21T08:18:57Z</dcterms:created>
  <dcterms:modified xsi:type="dcterms:W3CDTF">2026-10-21T10:30:45Z</dcterms:modified>
</cp:coreProperties>
</file>